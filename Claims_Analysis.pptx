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43" d="100"/>
          <a:sy n="43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2">
            <a:extLst>
              <a:ext uri="{FF2B5EF4-FFF2-40B4-BE49-F238E27FC236}">
                <a16:creationId xmlns:a16="http://schemas.microsoft.com/office/drawing/2014/main" id="{1F0662A1-B147-4E01-9FEF-2E3A1DF15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199" y="0"/>
            <a:ext cx="8229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Archita Singamsetty</cp:lastModifiedBy>
  <cp:revision>1</cp:revision>
  <dcterms:created xsi:type="dcterms:W3CDTF">2026-01-16T00:18:19Z</dcterms:created>
  <dcterms:modified xsi:type="dcterms:W3CDTF">2026-01-16T00:20:22Z</dcterms:modified>
</cp:coreProperties>
</file>